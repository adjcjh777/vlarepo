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49808"/>
            <a:ext cx="10972800" cy="52578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FE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1155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全球模式识别公司案例研究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0976" y="179222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SenseTime、iFLYTEK、Cognex、SoundHound AI、Facephi 为例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0976" y="2468880"/>
            <a:ext cx="64008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课程：模式识别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 5 家“以模式识别为核心技术”的科技公司，系统分析其产品、技术亮点、创业团队、经营情况、发展前景，并给出个人启发。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交付：100 页左右课堂分享型 PPT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83880" y="1170432"/>
            <a:ext cx="2697480" cy="4315968"/>
          </a:xfrm>
          <a:prstGeom prst="roundRect">
            <a:avLst/>
          </a:prstGeom>
          <a:solidFill>
            <a:srgbClr val="F8F1E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内容结构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0" y="1847088"/>
            <a:ext cx="2011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模式识别总论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五家公司纵向研究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横向比较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我的启发与结论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0" y="36576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8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案例范围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2026-03-29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优先采用官方公开资料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5541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汇报主题：全球模式识别公司案例研究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资料来源：本页为封面；完整引用见第 100 页。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课程任务与研究对象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本次作业聚焦 5 家以“模式识别”为核心技术的全球科技公司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本次选取的 5 家公司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在全球范围内选取 5 家以模式识别为核心技术的科技公司。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系统梳理其主要产品、技术亮点、创业团队、经营情况和发展前景。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最终形成约 100 页 PPT，用于课堂交流分享。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重点不是罗列公司简介，而是分析“模式识别如何转化为商业价值”。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SenseTime：视觉识别与多模态平台代表。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iFLYTEK：语音识别与行业 AI 平台代表。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Cognex：工业机器视觉代表。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AI：语音交互与任务型 agent 代表。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Facephi：生物识别与数字身份代表。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资料来源：综合自各公司官方公开资料与课程任务要求。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模式识别的核心内涵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模式识别的任务，是让机器从复杂信号中发现结构、完成识别、匹配与判断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典型对象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语音：语音识别、说话人识别、情感与意图理解。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图像与视频：分类、检测、分割、跟踪、人脸与行为识别。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文本与序列：分类、匹配、异常发现、时间序列理解。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生物与工业信号：身份验证、缺陷检测、风险识别。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分类：判断输入属于哪一类。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检测：从复杂环境中找出目标与位置。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匹配：判断两个对象是否属于同一身份或同一模式。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异常发现：识别偏离正常模式的行为与信号。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序列理解：处理具有时间依赖的连续输入。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资料来源：综合自各公司官方公开资料与课程任务要求。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模式识别如何创造商业价值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从“能识别”到“能完成业务流程”，是模式识别企业的关键跃迁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价值形成链路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因此我们要重点观察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第一步：把复杂世界转成机器可理解的数据表示。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第二步：把识别结果接入系统与流程，而不是停留在模型输出。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第三步：让企业在效率、成本、风险控制和体验上获得直接收益。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第四步：通过数据回流、产品复用和客户扩展形成正向飞轮。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公司卖的是算法、平台、硬件，还是完整流程方案。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技术是否进入高价值、高门槛、高粘性场景。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收入增长是否由真实落地驱动，而不仅是概念热度推动。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公司是否具备跨越下一轮技术周期的升级能力。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资料来源：综合自各公司官方公开资料与课程任务要求。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五家公司总览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同为模式识别公司，但它们对应的模态、场景与商业逻辑差异很大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566160" cy="13258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从计算机视觉龙头转向 AI 基础设施、多模态模型和智能汽车。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66160" cy="132588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以中文语音识别起家，逐步构建行业 AI 平台与开放生态。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66160" cy="13258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把机器视觉深度嵌入制造与物流，是工业场景成熟样本。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5440680" cy="150876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009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593592"/>
            <a:ext cx="5074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把语音识别升级为可以执行业务流程的 Voice AI agent。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150876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3009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5074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专注数字身份验证、活体检测与行为生物识别，是安全场景代表。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972800" cy="1078992"/>
          </a:xfrm>
          <a:prstGeom prst="roundRect">
            <a:avLst/>
          </a:prstGeom>
          <a:solidFill>
            <a:srgbClr val="FDF7EE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21808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阅读建议：先把 5 家公司放在同一张地图中，再进入每家公司的 16 页模块，你会更容易看出技术路线和商业逻辑的差异。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资料来源：综合自各公司官方资料与本报告研究框架。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65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从计算机视觉龙头转向“AI 基础设施 + 大模型 + 智能汽车”一体化平台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总部/重心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香港上市，上海/香港双核心布局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计算机视觉、多模态理解、生成式 AI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基础设施与行业落地平台型公司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商汤最早的品牌建立在“高精度视觉识别”上，人脸、图像、视频理解是其原点。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公司已把模式识别能力扩展成“感知 + 生成 + 推理”体系，说明传统识别企业如何升级。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其商业结构从项目型视觉业务逐步迁移到通用 AI 基础设施，更适合课堂讨论“技术变现路径”。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对中国 AI 企业而言，商汤的案例代表了从 CV 独角兽向大模型平台的战略转身。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商汤最早的品牌建立在“高精度视觉识别”上，人脸、图像、视频理解是其原点。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公司已把模式识别能力扩展成“感知 + 生成 + 推理”体系，说明传统识别企业如何升级。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其商业结构从项目型视觉业务逐步迁移到通用 AI 基础设施，更适合课堂讨论“技术变现路径”。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对中国 AI 企业而言，商汤的案例代表了从 CV 独角兽向大模型平台的战略转身。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SenseCore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以算力、训练、推理和模型服务为核心的 AI 基础设施，支撑内部研发与外部企业客户。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 / SenseNova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面向企业与行业场景的大模型能力层，把语言、视觉和多模态能力商品化。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Auto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聚焦智能座舱与智能驾驶，把视觉感知迁移到车端场景。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行业视觉方案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面向城市、金融、零售、工业等行业的检测、分析与自动化决策。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商汤科技：焦点产品 A：SenseCore + 日日新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关键逻辑不是只卖“模型”，而是把模型训练、部署、推理和企业接入做成平台服务。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SenseCore 的价值在于把模式识别企业最贵的资源变成可复用基础设施，降低迭代成本。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日日新则承接企业侧需求，把底层的视觉/多模态能力做成应用接口和解决方案。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这意味着商汤在商业上正从“项目交付”切换到“平台订阅 + 行业解决方案”。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金融风控与客服智能化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企业知识问答与办公智能体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多模态文档与图像理解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商汤科技：焦点产品 B：Smart Auto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智能汽车业务延续了商汤在视觉感知、场景理解和实时识别方面的核心积累。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商业重心从早期 V2X 逐步转向智能座舱与端到端智驾，更符合车厂当前采购逻辑。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相比通用互联网应用，汽车场景更强调低延迟、可解释性和安全冗余。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这类场景说明模式识别技术只有嵌入高价值工作流，才会形成长期收入。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舱内视觉感知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驾驶状态监测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车端多模态交互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大规模视觉、多模态与行业场景数据，为模型训练和行业迁移提供燃料。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SenseCore 负责算力调度、训练加速、推理服务与资源复用。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从传统 CV 模型延伸到大语言模型、多模态模型与行业专用模型。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金融、政企、智能汽车、企业服务等场景承接商业化。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传统视觉识别资产没有被淘汰，而是被“升维”到多模态与生成式 AI 时代。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“基础设施 + 模型 + 行业”三层联动，让研发投入更容易在多个场景复用。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年生成式 AI 收入已经成为最大收入来源，说明技术方向切换开始兑现。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商汤的启示是：模式识别企业不能只做算法精度竞争，还要做平台能力整合。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多年累积的视觉和行业数据，仍然是构建大模型应用的重要底座。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SenseCore 形成算力与部署门槛，使其不只是“模型调用商”。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中国本土政企/车企客户的部署需求，要求更强本地化和工程交付能力。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品牌、人才与学术影响力使其更容易吸引企业客户与生态合作伙伴。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汤晓鸥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联合创始人、学术旗帜人物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把计算机视觉研究能力转化成公司最早的技术品牌。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联合创始人、董事长兼 CEO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主导公司商业化转型与“AI 基础设施 + 大模型”路线。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王晓刚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强化视觉识别与深度学习研究积累。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推动产品化与组织扩张，是创业团队的重要经营角色。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C65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2014：公司成立，以计算机视觉为核心切入市场。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2021：在香港上市，成为中国 AI 独角兽的代表性样本。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2023：明确转向生成式 AI 与大模型布局。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2024：生成式 AI 收入超过传统视觉，成为第一大收入来源。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2354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2025-2026：持续强化 SenseCore，并加快大模型与车端业务结合。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商业模式从单点项目交付，逐步转向“平台服务 + 行业方案 + 车企合作”。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客户类型包括金融、政企、制造、互联网企业以及汽车厂商。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组织能力很工程化，不只是研究导向，而是强调部署、交付和本地化适配。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收入结构变化说明：模式识别技术能否持续变现，关键在于是否进入高频场景。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商汤科技：典型应用场景与客户价值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模式识别真正有价值，是因为它被嵌进了具体业务流程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0916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金融风控与客服智能化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企业知识问答与办公智能体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多模态文档与图像理解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舱内视觉感知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驾驶状态监测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车端多模态交互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为客户带来的价值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6344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提升识别精度与自动化程度，减少人工成本。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让企业流程更快、更稳、更容易规模化复制。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把识别结果直接转成收入增长、风险降低或体验提升。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在高门槛行业中形成更强客户粘性与更长合作周期。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3673941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3405.8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3772.1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生成式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2593269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计算机视觉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1199441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1111.9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37.72 亿元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+10.8%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占比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63.7%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年总收入 37.72 亿元，同比增长 10.8%。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生成式 AI 收入 24.04 亿元，同比增长 103.1%，已经成为第一大收入来源。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传统计算机视觉收入下降，说明公司主动把资源向新业务倾斜。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这是一种典型的“旧识别业务供血，新平台业务接棒”的战略过渡。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如果企业级大模型和私有化部署持续增长，SenseCore 会更像“卖铲子”的平台型业务。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智能汽车若能进入更大规模量产，将为商汤提供更稳定的长周期客户。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多模态场景的落地会让其传统视觉积累重新估值，而不是被通用 LLM 稀释。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未来关键问题不是“有没有模型”，而是“能否高质量、低成本、规模化交付”。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商汤科技：战略位置与综合判断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把技术、商业与前景合在一起，看这家公司站在什么位置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当前战略位置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5488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从计算机视觉龙头转向“AI 基础设施 + 大模型 + 智能汽车”一体化平台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传统视觉识别资产没有被淘汰，而是被“升维”到多模态与生成式 AI 时代。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“基础设施 + 模型 + 行业”三层联动，让研发投入更容易在多个场景复用。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2024 年生成式 AI 收入已经成为最大收入来源，说明技术方向切换开始兑现。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1772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如果企业级大模型和私有化部署持续增长，SenseCore 会更像“卖铲子”的平台型业务。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智能汽车若能进入更大规模量产，将为商汤提供更稳定的长周期客户。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多年累积的视觉和行业数据，仍然是构建大模型应用的重要底座。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我最大的感受是：商汤不是“离开模式识别”，而是把模式识别升级成大模型时代的底层资产。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与更轻量、价格更低的开源模型和本土大模型平台竞争激烈。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基础设施重投入导致盈利改善速度可能慢于收入增长。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传统项目制业务回落过快，可能给新业务承接带来阶段性压力。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市场会持续追问：平台化收入是否足够稳健，是否能摆脱一次性交付依赖。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我最大的感受是：商汤不是“离开模式识别”，而是把模式识别升级成大模型时代的底层资产。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它提醒我们，识别技术本身容易同质化，但“识别 + 算力 + 行业流程”更容易形成壁垒。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如果只讲精度，商汤会越来越难；如果讲平台与部署效率，故事就重新成立了。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因此，模式识别企业的第二曲线，往往来自基础设施化和场景系统化。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从语音识别龙头扩展到“语音 + 认知 + 行业大模型”的中国 AI 平台公司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安徽合肥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语音识别、语音合成、语义理解、多模态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AI 平台 + 开放生态 + 消费产品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讯飞是中国最典型的“从模式识别起家并持续商业化”的公司，研究基础非常深厚。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其最早护城河是中文语音识别与评测，后来逐步拓展到文本、图像与多模态。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相比很多只停留在算法层的企业，讯飞把技术嵌入教育、医疗、办公、车载等高价值场景。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它非常适合作为“模式识别如何变成行业操作系统”的案例。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讯飞是中国最典型的“从模式识别起家并持续商业化”的公司，研究基础非常深厚。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其最早护城河是中文语音识别与评测，后来逐步拓展到文本、图像与多模态。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相比很多只停留在算法层的企业，讯飞把技术嵌入教育、医疗、办公、车载等高价值场景。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它非常适合作为“模式识别如何变成行业操作系统”的案例。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讯飞星火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以认知大模型为核心，承接文本、语音、图像、多模态能力。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向开发者输出语音识别、语音合成、OCR、翻译等 API 与 SDK。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智慧教育/智慧医疗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把识别与认知能力嵌入教育和医疗工作流。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消费级产品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录音笔、办公本、翻译机等产品把算法能力转成可见终端。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iFLYTEK：焦点产品 A：讯飞星火 + 开放平台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星火的意义不是追求“通用大模型第一名”，而是用讯飞原有语音优势切进行业场景。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开放平台让讯飞能够持续吸引开发者，并把单点识别技术沉淀成标准化能力。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这套组合特别适合中文场景，因为语音、方言、教育与政企场景对本地化要求高。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对讯飞来说，大模型不是替代原有模式识别，而是把它们统一到更强的交互框架。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语音会议纪要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行业知识问答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开发者 API 接入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iFLYTEK：焦点产品 B：智慧教育与智慧医疗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讯飞真正难复制的地方，在于它掌握了教育和医疗这类高门槛、高流程依赖场景。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在教育中，语音评测、作文批改、个性化学习建议构成了完整价值链。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在医疗中，语音录入、病历结构化与辅助诊断让识别能力直接进入医生流程。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这说明模式识别企业要建立深护城河，不能只卖工具，而要卖“完成任务的系统”。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口语评测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课堂与作业分析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医疗录入与辅助诊断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语音识别、语音合成、图像识别、翻译等基础感知能力。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星火大模型承接推理、问答、生成与多模态理解。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开放平台、开发者工具链、国产算力与训练体系。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教育、医疗、汽车、企业服务、城市治理与消费电子。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公司把语音识别从单点技术扩展为全栈 AI 能力树，这是长期积累的结果。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拥有国家级实验室和工程中心，学术与产业化结合度高。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年开发者规模达到 224 万，说明平台生态已经形成网络效应。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讯飞的核心优势不只是模型，而是中文场景与行业 know-how 的叠加。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中文语音与行业数据积累非常深，尤其适合教育、医疗、政企等长尾场景。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开放平台形成开发者生态，帮助公司不断吸收新需求并标准化输出能力。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国产化训练体系和本地部署能力，对中国市场特别重要。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软硬件结合与行业合作网络，使其商业化不依赖单一产品。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刘庆峰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创始人、董事长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代表公司最核心的技术愿景与长期战略，是中国语音 AI 的标志人物。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吴晓如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推动工程落地和组织管理，使研究成果进入大规模行业应用。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核心技术带头人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长期负责语音与认知智能研究，是讯飞技术路线的重要设计者。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中科大科研背景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创业起点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学术起点决定了讯飞早期就以“底层技术自研”作为公司基因。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246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1999：公司成立，语音识别与语音合成为核心方向。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2008：上市，成为中国 AI 产业化代表公司。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2010s：教育、医疗、车载和开放平台形成多条商业化曲线。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2023：发布讯飞星火，进入大模型竞争。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2354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2024：继续加大大模型研发投入，并强化行业落地节奏。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收入来源分散，包括行业解决方案、开放平台、消费产品与企业服务。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相比纯模型公司，讯飞更像“行业 AI 操作系统”提供商。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在中国市场，它的商业化优势往往来自“场景深度”而不是“参数规模”。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其营收结构说明：模式识别技术只要嵌入实际工作流，就能形成稳定现金流。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iFLYTEK：典型应用场景与客户价值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模式识别真正有价值，是因为它被嵌进了具体业务流程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0916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语音会议纪要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行业知识问答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开发者 API 接入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口语评测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课堂与作业分析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医疗录入与辅助诊断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为客户带来的价值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6344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提升识别精度与自动化程度，减少人工成本。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让企业流程更快、更稳、更容易规模化复制。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把识别结果直接转成收入增长、风险降低或体验提升。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在高门槛行业中形成更强客户粘性与更长合作周期。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3280665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18820.2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3425365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19650.3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23343.1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经营现金流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434954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2495.2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233.43 亿元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+18.79%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归母净利润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5.60 亿元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开发者规模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224 万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年营业收入 233.43 亿元，同比增长 18.79%。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归母净利润 5.60 亿元，同比下降，核心原因之一是继续加码大模型和核心研发。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经营活动现金流达到 24.95 亿元，说明其业务现金回笼能力在改善。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这类财务结构很典型：平台型 AI 公司经常在利润与战略投入之间取平衡。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如果中国教育、医疗、政企市场继续推动国产 AI 替代，讯飞会持续受益。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星火若能把语音优势和行业数据整合好，竞争方式会与通用 LLM 不同。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开放平台仍然是长期增长杠杆，因为它决定了开发者生态和外部创新速度。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未来最值得观察的是：大模型是否能真正拉动高毛利平台收入，而不仅是研发成本。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iFLYTEK：战略位置与综合判断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把技术、商业与前景合在一起，看这家公司站在什么位置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当前战略位置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5488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从语音识别龙头扩展到“语音 + 认知 + 行业大模型”的中国 AI 平台公司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公司把语音识别从单点技术扩展为全栈 AI 能力树，这是长期积累的结果。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拥有国家级实验室和工程中心，学术与产业化结合度高。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2024 年开发者规模达到 224 万，说明平台生态已经形成网络效应。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1772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如果中国教育、医疗、政企市场继续推动国产 AI 替代，讯飞会持续受益。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星火若能把语音优势和行业数据整合好，竞争方式会与通用 LLM 不同。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中文语音与行业数据积累非常深，尤其适合教育、医疗、政企等长尾场景。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讯飞让我看到：模式识别企业最强的壁垒，往往不是算法论文，而是场景渗透率。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大模型持续高投入，短期可能压制利润表现。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应收账款与减值压力仍是投资者关注焦点。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通用大模型开源生态可能冲击部分通用能力收费。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组织庞大后，如何保持技术敏捷性，是平台型公司常见挑战。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讯飞让我看到：模式识别企业最强的壁垒，往往不是算法论文，而是场景渗透率。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它通过教育和医疗这两个高门槛场景，把语音能力变成了长期可收费的系统。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所以我认为讯飞的真正竞争对手不是单一语音公司，而是任何想进入这些工作流的平台。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对于课程作业而言，讯飞是“模式识别商业化最完整”的中国样本之一。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F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把机器视觉做成工业基础设施，是模式识别在制造业最成熟的商业化样本之一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1981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美国马萨诸塞州 Natick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工业机器视觉、缺陷检测、读码识别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工业自动化视觉基础设施提供商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很有代表性，因为它证明了模式识别不只属于互联网，也能成为制造业的硬科技基础设施。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与消费 AI 不同，工业视觉的价值来自减少误检、停线和返工，因此客户愿意为稳定性付费。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它把视觉识别与硬件、光学、软件和工程服务结合，形成很强的进入门槛。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这家公司非常适合说明“高精度模式识别在 B 端的长期商业价值”。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很有代表性，因为它证明了模式识别不只属于互联网，也能成为制造业的硬科技基础设施。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与消费 AI 不同，工业视觉的价值来自减少误检、停线和返工，因此客户愿意为稳定性付费。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它把视觉识别与硬件、光学、软件和工程服务结合，形成很强的进入门槛。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这家公司非常适合说明“高精度模式识别在 B 端的长期商业价值”。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In-Sight Vision Systems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固定式机器视觉系统，用于定位、检测、测量和识别。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DataMan Barcode Readers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面向制造和物流的工业读码与追踪系统。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VisionPro / 软件平台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让客户基于视觉算法构建更复杂的自动化检测流程。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传感器与 3D 视觉方案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覆盖更复杂的表面缺陷、装配校验与机器人引导场景。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Cognex：焦点产品 A：In-Sight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In-Sight 是 Cognex 最经典的产品线，本质上是把模式识别算法封装成工业现场可直接部署的视觉系统。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它不是简单摄像头，而是“采集 + 光学 + 算法 + 控制接口”的一体化方案。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客户真正购买的不是模型，而是稳定的良率和更低的误停机率。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这说明工业场景中，模式识别的价值往往通过 ROI 而不是概念传播。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零部件检测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定位与测量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机器人引导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Cognex：焦点产品 B：DataMan 与软件生态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DataMan 把条码/二维码识别做到了高速度、低误读率和恶劣环境适应性。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在物流和电子制造中，追踪能力直接影响产线节拍与质量追责能力。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软件平台则让 Cognex 能够从硬件收入延伸到更高附加值的系统级解决方案。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机器视觉公司一旦形成安装基础，就会拥有很强的复购和升级机会。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物流分拣读码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电子制造追溯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软件升级与再部署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工业相机、光源、镜头与环境适应性设计。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定位、匹配、检测、OCR/OCV、读码与缺陷识别。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PLC、机器人、产线系统联动，实现实时决策。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以开发工具和应用软件提升客户定制能力与复购率。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工业视觉要求极高稳定性，因此算法与硬件一体化能力比单纯模型更关键。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 把深度学习与传统规则视觉结合，兼顾可解释性和复杂场景适应性。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30,000 家客户意味着其产品经过了大量工业环境验证。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在工业场景里，模式识别技术的护城河来自可靠性、部署经验和售后支持。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深厚的工业应用工程经验，使其很难被通用 AI 厂商快速替代。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硬件 + 软件 + 系统集成形成复合型壁垒，而不是单一算法优势。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长期安装基础与渠道网络带来高复购率和高信任成本。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品牌在高端机器视觉市场具有先发优势，客户更重视“不会出错”。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Robert J. Shillman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把机器视觉从实验室概念推向可规模化的工业产品。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Marilyn Matz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与技术团队共同奠定了早期产品和公司文化。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现任管理层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职业化经营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在成熟产业中，稳定运营与资本配置同样重要。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应用工程团队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隐形核心资产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工业公司真正的护城河之一，是懂客户现场问题的人。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2F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1981：公司成立，聚焦机器视觉。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1990s：成为工业视觉领域的重要品牌。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2000s：读码、检测与软件平台持续扩张。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2020s：把深度学习视觉能力整合到既有工业视觉体系中。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2354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2024：收入回升，显示在电子与物流场景中的需求韧性。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客户主要来自电子、汽车、物流、消费品、医疗器械等制造与流通行业。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商业模式偏 B2B 长周期，强调设备采购、集成、升级和售后。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的价值主张非常直接：更高良率、更低误判、更快节拍。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这类公司说明，模式识别一旦嵌入 CAPEX 体系，生命周期会比互联网产品更长。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Cognex：典型应用场景与客户价值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模式识别真正有价值，是因为它被嵌进了具体业务流程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0916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零部件检测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定位与测量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机器人引导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物流分拣读码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电子制造追溯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软件升级与再部署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为客户带来的价值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6344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提升识别精度与自动化程度，减少人工成本。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让企业流程更快、更稳、更容易规模化复制。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把识别结果直接转成收入增长、风险降低或体验提升。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在高门槛行业中形成更强客户粘性与更长合作周期。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3405820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3723208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现金与投资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客户数（千）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122072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9.15 亿美元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现金与投资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10 亿美元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客户规模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30,000+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年净销售额约 9.15 亿美元，同比增长约 9%。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公司账上现金和投资超过 10 亿美元，且无债务，财务质量非常稳健。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业务仍受制造业资本开支周期影响，但在高端视觉市场竞争力稳定。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这表明工业模式识别可以成为高现金流、高毛利、长寿命的业务形态。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新能源汽车、电池、半导体、仓储自动化都会持续需要高精度视觉识别。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工业 AI 的真正空间在于“把更多复杂质检任务自动化”。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若将深度学习视觉更深入地产品化，Cognex 仍有机会提升单客户价值。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未来成长速度未必像互联网 AI 那么快，但确定性通常更强。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Cognex：战略位置与综合判断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把技术、商业与前景合在一起，看这家公司站在什么位置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当前战略位置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5488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把机器视觉做成工业基础设施，是模式识别在制造业最成熟的商业化样本之一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工业视觉要求极高稳定性，因此算法与硬件一体化能力比单纯模型更关键。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 把深度学习与传统规则视觉结合，兼顾可解释性和复杂场景适应性。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超过 30,000 家客户意味着其产品经过了大量工业环境验证。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1772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新能源汽车、电池、半导体、仓储自动化都会持续需要高精度视觉识别。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工业 AI 的真正空间在于“把更多复杂质检任务自动化”。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深厚的工业应用工程经验，使其很难被通用 AI 厂商快速替代。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Cognex 让我意识到：模式识别最赚钱的地方，往往不是“最炫”，而是“最不能错”。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制造业和电子行业景气度波动会直接影响订单节奏。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客户对资本开支谨慎时，视觉设备采购容易延后。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低价智能相机和区域性竞争者可能带来价格压力。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成熟工业公司若创新节奏过慢，也可能错过新一代 AI 机会。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让我意识到：模式识别最赚钱的地方，往往不是“最炫”，而是“最不能错”。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工业视觉的商业逻辑非常朴素，只要客户算得过 ROI，就会持续买单。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它也提醒我们，企业级识别技术的关键不是 demo 漂亮，而是系统可靠、维护方便、能长期运行。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如果把模式识别看成基础设施，Cognex 是非常经典的成功样本。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A5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把语音识别升级为“能完成业务流程的 Voice AI Agent”，是语音模式识别的新阶段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2005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美国加州 Santa Clara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语音识别、语义理解、会话智能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面向汽车、餐饮与客服场景的语音 AI 平台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SoundHound 很适合展示模式识别技术从“识别命令”走向“完成任务”的路径。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它的核心不只是 ASR，而是把语音、语义、知识图谱和工作流编排组合起来。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相比通用助手，SoundHound 强调白标、品牌控制和行业场景定制，这是一条差异化路线。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因此它体现了模式识别企业如何在大模型时代重构自己的商业叙事。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SoundHound 很适合展示模式识别技术从“识别命令”走向“完成任务”的路径。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它的核心不只是 ASR，而是把语音、语义、知识图谱和工作流编排组合起来。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相比通用助手，SoundHound 强调白标、品牌控制和行业场景定制，这是一条差异化路线。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因此它体现了模式识别企业如何在大模型时代重构自己的商业叙事。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Houndify / Voice AI Platform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向企业输出语音识别和会话理解能力。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AI Automotive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服务车载场景的语音与多轮对话系统。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Ordering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面向餐饮行业的语音点单与订单自动化。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Amelia / 企业 AI Agent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把语音和客服流程、知识库与自动化接起来。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AI：焦点产品 A：餐饮语音代理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餐饮场景看似简单，但真正困难的是高并发、多变口音、菜单变动与订单确认。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SoundHound 把语音识别做成“能接电话、能下单、能改单、能 upsell”的业务代理。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这比单纯识别一句话更难，也更接近真实商业价值。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收购 SYNQ3 后，公司的餐饮语音业务更完整，形成了比较强的场景护城河。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电话点单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门店客服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订单修改与推荐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AI：焦点产品 B：汽车与设备端对话系统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汽车场景是 SoundHound 的传统强项，强调安全、免手操作和品牌定制。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相比通用手机助手，车厂更在意数据控制权与品牌体验，因此白标能力很重要。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 IoT 与设备端，语音是没有键盘/触屏时最自然的交互方式。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这类场景说明：模式识别企业只要进入产品操作入口，就有机会获得长期收入。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车载助手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智能家居设备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品牌化语音入口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语音识别与声音处理，把连续语音实时转成结构化输入。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NLU、知识图谱与复杂查询理解，支持多跳与约束条件。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把模型输出和菜单、订单、客服流程、企业知识库接通。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白标部署、品牌控制、多行业模板与 API 接入。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公司强调“speech-to-meaning”，而不是只做转写，这一点非常关键。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创始团队从 2005 年就在做声音识别和语音 AI，积累时间足够长。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通过白标和品牌控制，避免与客户在流量入口上形成直接冲突。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在大模型时代，它把 LLM 当成增强层，而不是把自己完全重做成通用模型公司。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长年积累的语音与意图理解技术，使其在复杂查询和任务型对话上有差异化。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汽车与餐饮都属于高价值垂直场景，迁移成本高，客户不会频繁更换供应商。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白标模式契合企业客户需求，因为客户希望保留品牌与数据控制权。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收购 Amelia 与 SYNQ3 后，客户触点更广，但也要求更强整合能力。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Keyvan Mohajer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联合创始人、CEO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从一开始就强调“Add Voice AI to everything”的愿景。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Andreas Wendel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参与技术路线和系统工程建设。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Majid Emami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与核心团队共同推动早期算法与平台化能力发展。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原始创始团队持续在位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组织特征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这使公司在长期愿景上保持一致性，但也意味着执行挑战更集中。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A548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2005：创始团队在斯坦福毕业后创立公司。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2009：推出音乐识别应用，累计下载量超过 3 亿次。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2022：通过 SPAC 上市，获得更大资本市场关注。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2024：完成 Amelia 与 SYNQ3 收购，业务从语音平台走向 AI agent。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收入来源包括 royalty、subscription 和 monetization 三类。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客户横跨汽车、IoT、App、餐饮与客服行业。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产品不是单一 API，而是逐步升级为“行业代理 + 工作流自动化”。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这使公司更像垂直 voice AI 平台，而非单纯的语音识别工具商。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AI：典型应用场景与客户价值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模式识别真正有价值，是因为它被嵌进了具体业务流程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0916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电话点单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门店客服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订单修改与推荐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车载助手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智能家居设备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品牌化语音入口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为客户带来的价值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6344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提升识别精度与自动化程度，减少人工成本。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让企业流程更快、更稳、更容易规模化复制。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把识别结果直接转成收入增长、风险降低或体验提升。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在高门槛行业中形成更强客户粘性与更长合作周期。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622569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45.9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1148837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84.7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毛利润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561533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下载（百万）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8469 万美元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+85%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音乐识别 App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亿+ 下载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年总收入 8469 万美元，同比增幅 85%。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服务订阅收入显著增长，收购带来了规模提升，但也压低了毛利率。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2024 年毛利率为 49%，低于 2023 年的 75%，说明整合期结构发生变化。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这是成长型 AI 公司常见现象：规模先扩张，效率改善往往稍后体现。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 AI agent 在客服、餐饮和汽车中仍有较大扩展空间。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如果公司能把收购资产整合成统一产品层，商业故事会更完整。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语音是最自然的交互方式之一，在无屏或弱屏设备里长期重要。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未来最关键的是从“会说话”升级到“真正替用户办事”。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AI：战略位置与综合判断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把技术、商业与前景合在一起，看这家公司站在什么位置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当前战略位置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5488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把语音识别升级为“能完成业务流程的 Voice AI Agent”，是语音模式识别的新阶段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公司强调“speech-to-meaning”，而不是只做转写，这一点非常关键。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创始团队从 2005 年就在做声音识别和语音 AI，积累时间足够长。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通过白标和品牌控制，避免与客户在流量入口上形成直接冲突。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1772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 AI agent 在客服、餐饮和汽车中仍有较大扩展空间。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如果公司能把收购资产整合成统一产品层，商业故事会更完整。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长年积累的语音与意图理解技术，使其在复杂查询和任务型对话上有差异化。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最打动我的地方，是它把模式识别从“识别输入”推进到“完成任务”。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并购整合复杂，短期内可能拖累毛利率和组织效率。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与大厂语音助手和通用大模型平台存在竞争压力。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汽车客户集中度和长销售周期会使业绩波动较大。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 AI 的效果高度依赖真实业务数据和流程接入，落地难度并不低。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SoundHound 最打动我的地方，是它把模式识别从“识别输入”推进到“完成任务”。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在大模型出现后，语音识别没有失去价值，反而因为交互自然度变得更重要。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但只有把语音和业务流程绑定起来，它才会变成真正可收费的能力。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我认为这家公司代表了语音模式识别的下一阶段：从工具走向 agent。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7B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专注数字身份验证与生物识别，把“识别你是谁”做成跨行业安全基础设施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2012 年左右，已有 12+ 年投入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西班牙 Alicante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人脸/多生物特征识别、活体检测、行为生物识别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数字身份验证与反欺诈平台公司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Facephi 的价值在于，它展示了模式识别如何在身份验证和金融合规中创造真实商业价值。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相比做通用人脸识别，公司更专注于 KYC、AML、远程开户、反欺诈等强约束场景。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这些场景对识别精度、抗攻击性和法规适配要求极高，因此更容易形成专业壁垒。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它也是欧洲语境下一个很有代表性的“隐形冠军”案例。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Facephi 的价值在于，它展示了模式识别如何在身份验证和金融合规中创造真实商业价值。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相比做通用人脸识别，公司更专注于 KYC、AML、远程开户、反欺诈等强约束场景。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这些场景对识别精度、抗攻击性和法规适配要求极高，因此更容易形成专业壁垒。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它也是欧洲语境下一个很有代表性的“隐形冠军”案例。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 Identity Platform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统一编排身份验证、认证、合规与多种生物识别能力。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Behavioral Biometrics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通过操作行为、设备行为与交互习惯辅助识别异常与欺诈。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IDV Suite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面向身份核验的完整套件，整合文档识别、人脸采集和活体检测。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Teseo Identity Wallet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面向数字身份证明与可验证凭证的新型身份载体。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Facephi：焦点产品 A：Identity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平台型设计意味着 Facephi 不只是卖单一算法，而是卖“身份流程编排能力”。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这对银行、保险、旅游和政府客户很重要，因为他们面对的法规与国家差异很大。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产品强调模块化，客户可以自由组合人脸、眶周、证件识别和活体检测。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这类平台化思路使其更容易从单点产品走向长期合同与 ARR。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远程开户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身份核验与认证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跨行业合规流程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Facephi：焦点产品 B：Behavioral Biometrics + Liveness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在身份安全里，“能识别人”还不够，还要识别是不是活人、是不是被冒用、是不是异常行为。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行为生物识别帮助系统识别 mule account、异常操作与可疑交互轨迹。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活体检测和 PAD 能力直接关系到反欺诈效果，是 Facephi 技术含金量最高的部分之一。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这表明现代模式识别已经从静态识别发展到动态风险感知。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反伪造与反攻击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账户异常识别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高风险场景多因子校验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采集面部、证件、设备与行为轨迹信息。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比对、匹配、眶周识别、OCR、行为特征建模。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活体检测、PAD、异常行为检测、风险评分。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面向不同国家/行业的 KYC、AML、隐私与审计要求。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 的技术重点不是“识别人脸”本身，而是“在安全与合规前提下完成可信身份验证”。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公司在 PAD、活体检测和多生物特征组合上投入较深。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 Platform 的模块化结构，说明其路线已经从产品走向平台。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对于模式识别企业来说，安全场景是更能长期收费的垂直赛道。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进入银行与身份认证流程后，客户替换成本很高。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合规与标准化能力使其更适合跨国家、跨行业复制。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2024 年已覆盖 25+ 国家、350+ 客户、95%+ 留存率，说明业务粘性很强。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300M+ 交易量意味着其算法不是实验室方案，而是被真实世界反复使用。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Javier Mira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 / 创业核心代表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长期围绕数字身份和生物识别推动产品与全球化扩张。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创业团队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早期定位清晰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从一开始就聚焦身份验证而不是通用视觉，战略很聚焦。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国际化子公司体系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组织特征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APAC、EMEA、LATAM 建立本地触点，是扩张关键。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合作伙伴网络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增长杠杆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在身份产业中，渠道和标准合作的重要性不亚于算法。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0F7B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2010s 初：公司创立，进入数字身份与金融安全市场。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随后几年：在银行业建立领先位置，并扩展到保险、旅游和政务。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2024：推出 Behavioral Biometrics、Mule Account Detection 与 IDV Suite。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2025：继续扩展 APAC、EMEA、LATAM 和北美合作网络。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客户主要来自银行、金融服务、保险、旅游、公共服务与数字平台。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商业模式包含 лицензирование、持续服务、平台合同与长期 ARR。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强监管行业天然提高了进入门槛，也提升了客户粘性。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Facephi 的收入质量比很多纯项目型 AI 公司更好，因为续费与长期合同占比更高。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Facephi：典型应用场景与客户价值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模式识别真正有价值，是因为它被嵌进了具体业务流程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0916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远程开户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身份核验与认证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跨行业合规流程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反伪造与反攻击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账户异常识别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高风险场景多因子校验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为客户带来的价值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6344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提升识别精度与自动化程度，减少人工成本。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让企业流程更快、更稳、更容易规模化复制。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把识别结果直接转成收入增长、风险降低或体验提升。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在高门槛行业中形成更强客户粘性与更长合作周期。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Turnover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1767023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Turnover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2034540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28.9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ARR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1971181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TCV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57.8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Turnover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2890 万欧元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+14.8%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ARR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2800 万欧元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客户留存率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年营收（turnover）达到 2890 万欧元，同比增长 14.8%。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TCV 57.8 百万欧元，ARR 28.0 百万欧元，说明未来可见收入在增强。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公司覆盖 25+ 国家、350+ 客户，累计处理超过 3 亿笔交易。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相较很多 AI 公司，Facephi 的增长更稳，不靠讲大故事，而靠身份验证场景深耕。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数字身份、远程开户、反欺诈和数字凭证仍是长期增长赛道。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行为生物识别和身份钱包有望成为公司新的增长点。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欧洲与跨境合规趋势会继续抬升“可信身份基础设施”的价值。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如果 ARR 持续提升，公司的资本市场叙事会更偏 SaaS 与平台型安全企业。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Facephi：战略位置与综合判断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把技术、商业与前景合在一起，看这家公司站在什么位置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当前战略位置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475488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专注数字身份验证与生物识别，把“识别你是谁”做成跨行业安全基础设施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Facephi 的技术重点不是“识别人脸”本身，而是“在安全与合规前提下完成可信身份验证”。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公司在 PAD、活体检测和多生物特征组合上投入较深。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Identity Platform 的模块化结构，说明其路线已经从产品走向平台。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61772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数字身份、远程开户、反欺诈和数字凭证仍是长期增长赛道。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行为生物识别和身份钱包有望成为公司新的增长点。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进入银行与身份认证流程后，客户替换成本很高。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Facephi 给我的启发是：模式识别最有价值的时候，往往不是“看得见”，而是“能被信任”。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身份认证属于高合规行业，任何误判或合规事件都可能产生放大影响。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市场规模虽稳，但相较通用 AI 赛道更窄，成长速度可能有限。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国际扩张会面临当地法规、文化和合作伙伴管理问题。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大客户结构若过于集中，也会影响收入稳定性。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Facephi 给我的启发是：模式识别最有价值的时候，往往不是“看得见”，而是“能被信任”。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身份验证和反欺诈场景天然愿意为精度、鲁棒性与合规买单。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相比追逐大而全的 AI 平台，聚焦一个强刚需环节，有时更容易做出高质量业务。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这家公司说明，小而专的模式识别企业也能建立全球化竞争力。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全球模式识别公司的五条典型路线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本次案例选择，尽量覆盖模式识别商业化最重要的五种方向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按技术模态看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按场景价值看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视觉与多模态：SenseTime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语音与认知：iFLYTEK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工业视觉：Cognex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语音交互与 agent：SoundHound AI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生物识别与身份安全：Facephi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平台型：商汤、讯飞更强调可复用能力与生态。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基础设施型：Cognex 更强调可靠性和长期工业部署。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流程型：SoundHound AI 强调在餐饮、客服、汽车中直接完成任务。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安全型：Facephi 强调可信身份、反欺诈与合规能力。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横向比较：技术路线与产品化方式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同样是模式识别，客户购买对象却完全不同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产品化方式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SenseTime：视觉识别升级为多模态与 AI 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iFLYTEK：语音识别升级为行业大模型与平台服务。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Cognex：机器视觉与工业硬件/软件一体化。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AI：语音识别与会话理解升级为任务代理。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Facephi：生物识别升级为数字身份平台。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平台服务：SenseTime、iFLYTEK、Facephi。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硬件 + 软件：Cognex。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白标语音代理与垂直系统：SoundHound AI。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结论：高质量模式识别公司，通常不是只卖一个模型接口。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横向比较：经营质量与护城河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规模、增长、客户粘性和壁垒来源，是判断公司质量的关键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经营质量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护城河来源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Cognex：成熟度高、现金质量强、工业客户稳定。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iFLYTEK：规模最大，收入广，但仍处于大模型再投入阶段。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SenseTime：完成收入结构切换后，平台化能力正在被重新定价。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AI：成长性强，但并购整合带来波动。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Facephi：规模较小但 ARR、留存和垂直场景质量较好。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商汤：数据、算力平台、政企与车企部署经验。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讯飞：中文语音、行业数据、开发者生态、本地化部署。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Cognex：硬件+软件一体化与工业现场经验。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AI：复杂语音理解、白标模式、垂直场景积累。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Facephi：合规、活体检测、身份流程编排和高留存。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结论与总体启发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模式识别公司最有价值的时候，是它把识别能力做成了系统能力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五家公司的一句话总结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我的总体启发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SenseTime：识别资产平台化。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iFLYTEK：识别能力行业化。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Cognex：识别能力工业化。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AI：识别能力 agent 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Facephi：识别能力安全化。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模式识别没有过时，而是在多模态和 agent 时代变得更底层。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真正强的公司，都会把识别能力嵌入高价值工作流。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越是高门槛场景，越欢迎专业模式识别公司长期存在。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未来的竞争重点，不是单点精度，而是技术、系统与场景的整体能力。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本报告优先使用官方公开资料；为便于展示，仅列出核心来源类型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06424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 2024 Annual Report (HKEX, published April 24, 2025)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SenseTime investor relations and official website product/news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iFLYTEK 2024 Annual Report (published June 17, 2025)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iFLYTEK official website and developer/open platform materials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Cognex investor relations annual results materials and official product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Cognex official company history and product portfolio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SoundHound AI Form 10-K for fiscal year 2024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SoundHound AI official website, product pages and leadership materials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Facephi audited financial results for fiscal year 2024 (published April 29, 2025)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Facephi official website product, investors and company overview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检索时间：截至 2026-03-29；优先采用企业官方公开资料，少量辅助检索用于校验背景信息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资料来源：如需继续扩展，可在此基础上补充更多案例与图表。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Junhao Cheng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模式识别全球企业案例研究</dc:title>
  <dc:subject>模式识别课程作业</dc:subject>
  <dc:creator>Codex</dc:creator>
  <cp:lastModifiedBy>Codex</cp:lastModifiedBy>
  <cp:revision>1</cp:revision>
  <dcterms:created xsi:type="dcterms:W3CDTF">2026-03-29T05:42:25Z</dcterms:created>
  <dcterms:modified xsi:type="dcterms:W3CDTF">2026-03-29T05:42:25Z</dcterms:modified>
</cp:coreProperties>
</file>